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Pothe Ride: route-based ride-sharing for Dhaka. Full app wireframes covering onboarding, verification, booking, live tracking, and payments for both passenger and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 via OTP and the home screen with passenger/driver mode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Passenger registers a basic profile. Driver uploads NID, licence, and vehicle documents, then sees a pending/approved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Liveness-checked facial capture matched against the NID photo, required at signup and before each driving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Passenger enters pickup and drop-off from Dhaka landmarks, then browses ranked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Dhaka map: published route in green, shared stretch in blue, driver's live position in amber.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 breakdown with overlap discount, then a choice of cash, bKash, Nagad, or Rocket. Digital methods are recorded pending until a gateway is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Passenger watches the driver's live GPS position on the route with call, message, and 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driver publishes a route they are already making: origin, destination, vehicle, seats, departure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Driver's live view shows their own position along the published route plus incoming seat requests to accept or decline.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2026-08-10T18:43:25Z</dcterms:created>
  <dcterms:modified xsi:type="dcterms:W3CDTF">2026-08-10T18:43:25Z</dcterms:modified>
</cp:coreProperties>
</file>